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2" autoAdjust="0"/>
    <p:restoredTop sz="94660"/>
  </p:normalViewPr>
  <p:slideViewPr>
    <p:cSldViewPr snapToGrid="0">
      <p:cViewPr varScale="1">
        <p:scale>
          <a:sx n="94" d="100"/>
          <a:sy n="94" d="100"/>
        </p:scale>
        <p:origin x="44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48B6-FC1E-2684-1D0F-297F93027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FDF6D-10BE-9FB4-DB79-A89413284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96B24-E452-B400-C0E3-9883166E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62E1F-CDA5-EF36-D8D6-00E4B9C02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EAD10-6FA7-E0FC-5059-55293A252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436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F7A88-0921-ADDF-50A2-9188B2991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CE3CA-46BA-D940-3269-CDA213A0F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5258D-F88E-8B4A-C1D4-A5DF81622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D5535-FE0D-57DC-B28E-1725A87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CFACA-DEC7-F370-031B-3AB28514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5191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84D1B-630F-1217-7725-DE5289092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CF6EC-1005-9CBA-A2AF-301EEC725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CB013-7C17-1B15-C93B-E46027DA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A862B-021B-F347-748D-79B06B505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4101-ADB8-8C91-AB8D-588FA436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019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2422F-1A9C-D62E-D80D-0EFEECCE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35D80-94E9-677A-0563-99ED4F862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29410-24B1-13BF-0184-3BBA0F42D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C6451-1B83-A70B-507B-A3F1DB1F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23A95-FAAE-8297-B025-A352C626F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FBE8B8-08FF-C291-AA3C-AB6CA2D4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2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5805-4983-31D8-EBFA-CC0095A7D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B9FD1-5026-C509-30F6-0F65122DF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FE817B-402E-727C-4937-2BCEFD29C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F4CF4F-827D-0E0A-C63F-AC5B2D00C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6900CE-D3A8-A79E-ADEB-3A39C12BF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5A9CE-27F9-E70C-8FD3-0A015858A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478CE-C384-ACF6-962D-87FA8A3A4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8719CB-E762-6AA7-2B00-09C5447B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89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550A-853D-A47B-0F13-CD459D6CF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D49E3-BAB6-91A8-DADB-BD3D2E81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0219F-0CB8-B56D-D3D8-9738EF68F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7AE66-814A-4844-7DB6-C46E589B1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301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42AD4-EE59-A79F-C0DA-8502F037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F04AA-0690-2B76-E7F0-0CF6127A8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B3612-E3EC-428C-C5AF-C425B56B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002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6B5BF-C873-75D1-8FAA-C34FA60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5513F-5E19-7AF9-F89B-36F64CDA9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A1F53-1446-8A92-3CC5-B034500F5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9D949-E72E-8BA5-6364-B047A479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2BBE4-B71D-140C-B86A-74C81BFF0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FFA1C-EF66-E091-D73F-767C26C6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86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EE62C-49D1-6CD8-0B1D-157C5FE57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484CC-14D7-5F8B-2827-73DCABC506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8820B-8275-30D1-5009-AAFE2C2FB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6942D-9F74-1943-61A2-0FD6A6E8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D06F94-C1C2-FF35-1594-D4498ADD6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3EB19-4362-05F0-9AB6-C95F04FB4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26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95C5-E6EA-203E-E1BF-1D8633D6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8056A-AD1B-573A-3809-4BF4E71F0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9478-8869-76B6-1AD2-411315D5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01AB-4BC2-6B82-0A32-AEFA931D1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986BF-DA5D-613A-F50B-6A9F6B24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25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56375-AE2D-EC12-220C-4E019870DF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65AFE-8CA0-9038-0354-AA699A953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71156-0174-24A1-497B-D5C983180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6D2E2-FD00-592D-967F-C57478FE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4DA13-0A0B-573B-F92A-532116F2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2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8A0040-E09B-149C-227D-8F14761F2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0BB4F-6B01-C848-9BC4-9CF35F7B2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98057-FCD2-CC3F-B4F3-644C0E2D0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D1BD9-7420-4951-A690-11AD4758057E}" type="datetimeFigureOut">
              <a:rPr lang="en-GB" smtClean="0"/>
              <a:t>21/02/2026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71405-61C2-6B12-C737-4CEC3EFE3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7E3BD-0DA9-9D8F-C6F3-4BF900E3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C4469-E3D6-497D-9AA9-644BC28B1F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395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6769C-35AC-CE58-8788-5DEE3E838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42FF9-7A8A-E1A2-3D1B-A0F819511E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B8CDAC-4C9A-9F39-C4E3-C60A80142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153" y="80963"/>
            <a:ext cx="10443613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5F6AFA-E806-19C9-73F4-33FD6F8980CB}"/>
              </a:ext>
            </a:extLst>
          </p:cNvPr>
          <p:cNvSpPr txBox="1"/>
          <p:nvPr/>
        </p:nvSpPr>
        <p:spPr>
          <a:xfrm>
            <a:off x="1290320" y="2886630"/>
            <a:ext cx="874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Weight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90059-2ECD-E962-B674-F85AC3159E2C}"/>
              </a:ext>
            </a:extLst>
          </p:cNvPr>
          <p:cNvSpPr txBox="1"/>
          <p:nvPr/>
        </p:nvSpPr>
        <p:spPr>
          <a:xfrm>
            <a:off x="3505200" y="2920086"/>
            <a:ext cx="3567067" cy="92333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Drop down list:        None   (default)</a:t>
            </a:r>
          </a:p>
          <a:p>
            <a:r>
              <a:rPr lang="en-GB" dirty="0">
                <a:solidFill>
                  <a:srgbClr val="FF0000"/>
                </a:solidFill>
              </a:rPr>
              <a:t>		1/Response</a:t>
            </a:r>
          </a:p>
          <a:p>
            <a:r>
              <a:rPr lang="en-GB" dirty="0">
                <a:solidFill>
                  <a:srgbClr val="FF0000"/>
                </a:solidFill>
              </a:rPr>
              <a:t>		1/Response^2</a:t>
            </a:r>
          </a:p>
        </p:txBody>
      </p:sp>
    </p:spTree>
    <p:extLst>
      <p:ext uri="{BB962C8B-B14F-4D97-AF65-F5344CB8AC3E}">
        <p14:creationId xmlns:p14="http://schemas.microsoft.com/office/powerpoint/2010/main" val="152601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df3522f-8c42-44b0-bea3-7f162a60ea50}" enabled="1" method="Standard" siteId="{63982aff-fb6c-4c22-973b-70e4acfb63e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Bate</dc:creator>
  <cp:lastModifiedBy>Simon Bate</cp:lastModifiedBy>
  <cp:revision>1</cp:revision>
  <dcterms:created xsi:type="dcterms:W3CDTF">2026-02-21T17:24:10Z</dcterms:created>
  <dcterms:modified xsi:type="dcterms:W3CDTF">2026-02-21T17:32:44Z</dcterms:modified>
</cp:coreProperties>
</file>